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8" r:id="rId9"/>
    <p:sldId id="277" r:id="rId10"/>
    <p:sldId id="327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4" d="100"/>
          <a:sy n="84" d="100"/>
        </p:scale>
        <p:origin x="138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lh.edu.in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Multi-Floor Hotel Network Using VLAN-Based Wired and Wireless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155" y="1422503"/>
            <a:ext cx="8610600" cy="3662923"/>
          </a:xfrm>
        </p:spPr>
        <p:txBody>
          <a:bodyPr>
            <a:normAutofit fontScale="625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Submitted 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G. Vineet                            2420030375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9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Esteemed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9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Sir Shaik Asif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1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8B4420B0-BB20-16A1-F7D6-B73E3C6F4D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78878"/>
            <a:ext cx="775911" cy="77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KL University - KL University added a ...">
            <a:extLst>
              <a:ext uri="{FF2B5EF4-FFF2-40B4-BE49-F238E27FC236}">
                <a16:creationId xmlns:a16="http://schemas.microsoft.com/office/drawing/2014/main" id="{154AAD93-F561-3EB7-AC6D-1CA95D4F3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 secure and scalable multi-floor hotel network using VLANs.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guests, staff, and administrators with high performance and security.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Overcomes issues of traditional networks like congestion and security risks.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VLANs for logical segmentation based on floors and access.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wired and wireless networks for seamless connectivity.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efficiency, security, and traffic management.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scalability, control, and reliable communication. </a:t>
            </a:r>
          </a:p>
          <a:p>
            <a:endParaRPr lang="en-US" dirty="0"/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1E575F83-B8A9-AC71-4FC2-2CD9F72D2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hotels require fast, secure, and reliable networks for guests and staff.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flat networks cause congestion, poor performance, and security issues.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VLAN-based architecture to segment the network efficiently.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both wired and wireless connectivity across multiple floors.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better performance, security, and scalability for real-world hotel environments. </a:t>
            </a:r>
          </a:p>
          <a:p>
            <a:endParaRPr lang="en-US" dirty="0"/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A59DFFC1-13AF-F3B2-ABCD-6CC4E2EAE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1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Existing hotel networks often use a single shared network for all users, causing security vulnerabilities, high broadcast traffic, and poor performance. Guest access may interfere with internal hotel systems, leading to data leakage and unauthorized access. A secure, well-structured network architecture is required to efficiently manage traffic across multiple floors and user groups.</a:t>
            </a:r>
          </a:p>
          <a:p>
            <a:endParaRPr lang="en-US" dirty="0"/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6B3E532B-262E-C51E-B262-51474FA4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Capstone Project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BD148A-9B03-FE03-3518-BBD9CBAB3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67223"/>
            <a:ext cx="8229600" cy="2977629"/>
          </a:xfrm>
          <a:prstGeom prst="rect">
            <a:avLst/>
          </a:prstGeom>
        </p:spPr>
      </p:pic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E0903D35-C164-5E6D-1FF3-0D93F43A8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48202" cy="12530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F4C3D645-A33C-9041-47B2-4402EBAF1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" y="-533400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04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To design a secure multi-floor hotel network using VLANs</a:t>
            </a:r>
          </a:p>
          <a:p>
            <a:pPr lvl="0"/>
            <a:r>
              <a:rPr lang="en-US" dirty="0"/>
              <a:t>To isolate guest, staff, and administrative traffic </a:t>
            </a:r>
          </a:p>
          <a:p>
            <a:pPr lvl="0"/>
            <a:r>
              <a:rPr lang="en-US" dirty="0"/>
              <a:t>To improve network performance and security using wired and wireless integration</a:t>
            </a:r>
          </a:p>
          <a:p>
            <a:endParaRPr lang="en-US" dirty="0"/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27453570-3BFE-3A77-1CEE-43D49BE1A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4198-AF8C-BFFE-CE0B-427D6F48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E1AA-9AB2-E49C-E5FE-9EE7C74C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</a:t>
            </a:r>
            <a:br>
              <a:rPr lang="en-US" dirty="0"/>
            </a:b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solidFill>
                  <a:schemeClr val="accent1"/>
                </a:solidFill>
              </a:rPr>
            </a:b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144F16-ADD3-A1CA-AEED-3C2B9377F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04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network is designed using a hierarchical architecture consisting of routers, managed switches, and wireless access points. VLANs are configured on switches to segment users floor-wise and role-wise. Inter-VLAN communication is controlled through routing and access control mechanisms. Wireless access points are mapped to VLANs to ensure secure wireless connectivity.</a:t>
            </a:r>
          </a:p>
          <a:p>
            <a:pPr marL="0" indent="0">
              <a:buNone/>
            </a:pPr>
            <a:r>
              <a:rPr lang="en-IN" b="1" dirty="0"/>
              <a:t> 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 descr="KL University - KL University added a ...">
            <a:extLst>
              <a:ext uri="{FF2B5EF4-FFF2-40B4-BE49-F238E27FC236}">
                <a16:creationId xmlns:a16="http://schemas.microsoft.com/office/drawing/2014/main" id="{22C693BE-1AD7-A5C2-D796-D3D41E8EC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772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VLAN-based hotel network provides enhanced security, reduced broadcast traffic, and improved scalability. It ensures efficient network management and reliable communication across multiple floors, making it suitable for modern hotel environments.</a:t>
            </a:r>
          </a:p>
          <a:p>
            <a:endParaRPr lang="en-US" dirty="0"/>
          </a:p>
        </p:txBody>
      </p:sp>
      <p:pic>
        <p:nvPicPr>
          <p:cNvPr id="6" name="Picture 5" descr="KL University - KL University added a ...">
            <a:extLst>
              <a:ext uri="{FF2B5EF4-FFF2-40B4-BE49-F238E27FC236}">
                <a16:creationId xmlns:a16="http://schemas.microsoft.com/office/drawing/2014/main" id="{9AD860E8-A95C-36B1-4988-A1BECA1F7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313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 rot="19821540"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447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Office Theme</vt:lpstr>
      <vt:lpstr>  Project Review   on  A Secure Multi-Floor Hotel Network Using VLAN-Based Wired and Wireless Architecture</vt:lpstr>
      <vt:lpstr>Outline of the presentation</vt:lpstr>
      <vt:lpstr>Abstract</vt:lpstr>
      <vt:lpstr>Introduction</vt:lpstr>
      <vt:lpstr>Problem Statement </vt:lpstr>
      <vt:lpstr>Capstone Project diagram</vt:lpstr>
      <vt:lpstr>Objectives with justification </vt:lpstr>
      <vt:lpstr>  Methodology  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Vineet G</cp:lastModifiedBy>
  <cp:revision>193</cp:revision>
  <dcterms:created xsi:type="dcterms:W3CDTF">2006-08-16T00:00:00Z</dcterms:created>
  <dcterms:modified xsi:type="dcterms:W3CDTF">2026-04-17T16:08:06Z</dcterms:modified>
</cp:coreProperties>
</file>